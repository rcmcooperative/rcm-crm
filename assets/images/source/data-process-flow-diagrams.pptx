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7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5BD99-9170-E247-B4B6-EED7EF443C0D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A9CEF-1454-F340-8124-94BBC6CE5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15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537E50A7-3386-1B32-DC04-600C6736C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:notes">
            <a:extLst>
              <a:ext uri="{FF2B5EF4-FFF2-40B4-BE49-F238E27FC236}">
                <a16:creationId xmlns:a16="http://schemas.microsoft.com/office/drawing/2014/main" id="{55A847D6-761D-EA47-8434-09CECD6AB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p:notes">
            <a:extLst>
              <a:ext uri="{FF2B5EF4-FFF2-40B4-BE49-F238E27FC236}">
                <a16:creationId xmlns:a16="http://schemas.microsoft.com/office/drawing/2014/main" id="{98FC59B0-D924-9FE4-753C-65900EBB79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6593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A839-A776-E044-689D-A48BFE7E3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F4657-2720-4ECA-1B75-39C3C40D1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ED425-2564-8449-D770-2DE414A3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51E6-5A7D-E545-9E94-EEDC779BF82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07396-0585-BC44-EE8C-FE4980E3C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B8E49-3BF6-155B-1976-5BBA8C00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067C-B6BD-234B-BC79-56B0A154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48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7A3D-2018-1650-39CB-14F1197E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658D5-AC98-6B29-4F4B-A37945409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112F5-FBA9-AB83-25BA-5DB3466D4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51E6-5A7D-E545-9E94-EEDC779BF82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0120E-F041-B157-8FC3-F97D21801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9CD4E-50A4-519F-F6ED-E778FA2B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067C-B6BD-234B-BC79-56B0A154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4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4977-61AE-39CE-5D1F-7E80E432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1C6BE-639F-4788-9541-C02B96393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DEF73-C504-1FEC-B263-6331C8BFD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51E6-5A7D-E545-9E94-EEDC779BF82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F2BCF-F546-703A-D64F-8C321A60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C2970-3FB2-7F63-BA29-5DC51CDB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067C-B6BD-234B-BC79-56B0A154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9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2350-4FEF-18A8-5A56-4F9672F94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16500-DD79-720B-0AC7-B34800641B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50A34-29BB-CF3F-02CE-B802705FA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8C851-EF4F-DBED-C5C2-075D36B67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51E6-5A7D-E545-9E94-EEDC779BF82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96135-AFE6-7453-5DDC-281D04713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956DE-4A0A-EF81-3D15-4092C642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067C-B6BD-234B-BC79-56B0A154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7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8E431-7E27-0EEF-71E0-069569791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AAC78-F6CC-17AB-575D-BE121329D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8CA22-C8D5-79AD-DB52-FFCD6B7B5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B8E27-7B9A-34FF-354C-B46FAEBDF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B4C25-F3AE-0228-4095-08DB722F5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7F4DCC-A03B-39AB-C217-28AAF6AC2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51E6-5A7D-E545-9E94-EEDC779BF82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50EB03-E753-9F8C-764A-C6BFA016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34146B-730B-28B1-4D7C-3643249A9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067C-B6BD-234B-BC79-56B0A154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1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2DEA-9658-4BD4-64FA-17237F704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EC68FA-35CB-FB7B-290E-CD5642C75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51E6-5A7D-E545-9E94-EEDC779BF82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B36A1-4B65-15CD-7ECC-416B80511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05C68-C377-5BB5-13DE-81C2CF26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067C-B6BD-234B-BC79-56B0A154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64202-9AC8-9113-7F9D-A89DE24E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51E6-5A7D-E545-9E94-EEDC779BF82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CB4FB0-B334-B3DD-DBB9-B016A44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EF45B-1E27-09CC-7685-67A9B02B6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067C-B6BD-234B-BC79-56B0A154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6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3FF5-5971-2291-9C6F-C1BCBFE9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9C40-28A9-EFFD-260F-D718A6230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29A33-7183-B5AE-8A1F-F08819E68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18809-14B3-803A-35E6-8A9B6CA10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51E6-5A7D-E545-9E94-EEDC779BF82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3FC73-A452-A866-947E-7D0E7DA1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5BBDA-C84C-B014-4C08-8638423E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067C-B6BD-234B-BC79-56B0A154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71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ED988-8144-23C7-40CD-CDFF431DE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4FDFB8-B094-4A46-C61D-683024FD83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BFFC1-2986-25AD-F76F-03E081C0C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FF023-0BE8-F3F8-1DB6-B2EE38E12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51E6-5A7D-E545-9E94-EEDC779BF82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32FB0-6F3D-ED13-B411-7DA2E0C4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E38CE-8039-FD2F-B81B-6319F320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067C-B6BD-234B-BC79-56B0A154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493E-F58F-02A5-6C97-4E7FA7820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8A7023-0AEF-0778-20F8-209CB8C28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B819A-4FB6-0191-C3A4-6DB1EE3E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51E6-5A7D-E545-9E94-EEDC779BF82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5D053-0BBC-86B8-EC4E-B4874ACAC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0D85F-4FB9-CD4C-6125-B158A95DE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067C-B6BD-234B-BC79-56B0A154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27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F72AE2-B4C5-F0C1-8E8B-C8D268445F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7CDC72-CBC9-0E18-3764-1E6C7AF13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F1E4A-D8AC-6073-9058-B359DFD64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51E6-5A7D-E545-9E94-EEDC779BF82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62D24-5E5B-7A56-0F75-59A0B4285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AC1E7-9251-615E-034B-C2FCC759B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B067C-B6BD-234B-BC79-56B0A154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0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49DC66-67D4-A111-7981-AF4DE7E7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C4559-2D00-9D8D-D936-1B397F17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F53E9-21F7-4F54-67A6-2D5562035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151E6-5A7D-E545-9E94-EEDC779BF82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E450B-1024-4F36-5509-60E5BD3CA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AA675-D081-E3AC-3567-DDB465146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067C-B6BD-234B-BC79-56B0A154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7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971DD-3984-8DEB-9763-81FDCAD50B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3C296-6A07-DCF9-95A2-B097F447EE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56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2241BA-48E7-556A-A54C-54B36CA79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505" y="649644"/>
            <a:ext cx="7896448" cy="59047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B14DCA25-0461-B8D0-C443-776E09C2F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E70A830-77EF-853B-0FFA-03EE3655F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865723"/>
            <a:ext cx="9144000" cy="512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28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Cassandra Doris Gould van Praag</dc:creator>
  <cp:lastModifiedBy>Cassandra Doris Gould van Praag</cp:lastModifiedBy>
  <cp:revision>1</cp:revision>
  <dcterms:created xsi:type="dcterms:W3CDTF">2026-09-15T14:31:56Z</dcterms:created>
  <dcterms:modified xsi:type="dcterms:W3CDTF">2026-09-15T14:32:25Z</dcterms:modified>
</cp:coreProperties>
</file>