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90F"/>
    <a:srgbClr val="061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>
      <p:cViewPr>
        <p:scale>
          <a:sx n="140" d="100"/>
          <a:sy n="140" d="100"/>
        </p:scale>
        <p:origin x="144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D3D5-CC3F-0E4F-B1CA-650C8B3B8BC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49AED-AE16-4644-8465-A7B42165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45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49AED-AE16-4644-8465-A7B42165E35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99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AB0C-BD97-05A1-D4BB-4036651A4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FC647-BAB4-5015-F318-BCD0B345D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91EF8-B3F4-9776-78AD-5F9D766E0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213D7-A429-D0F4-B9F8-810D27B8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CBE4-337F-C332-7428-0259B9B0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0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76C4-F6BE-E497-537B-EB5D1091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E8839-572D-7AEA-8DC3-268D031CA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46A12-9910-5F82-C628-922C84E0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54022-C3E3-3E1A-1A6E-56B088034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AE9A7-3D46-FD6E-5221-A8271CD76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2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2790-BCC1-E6F2-87AC-9BCF88B6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06536-8BF1-A8EA-ACA5-7C4A7CC6D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0E8E1-348C-D508-3CC4-74C36785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A4B1F-991A-1B77-4A7A-BFB3D5D8D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E6E68-3E7E-B13C-C63E-9657EF81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95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CF6D-BA44-EF56-BD08-BF46BF9D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7405A-9E10-4D47-4857-0CCCCFA17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93069-8EB8-50EE-6A04-981970A17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BB547-891F-4A1D-2EEA-A5A3D4A0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845DC-4663-CFF8-F584-465F9C10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BF46F-50C6-511F-C4B1-2A5E48C4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4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F652B-CA07-72AE-D311-F18A5539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50470-4E09-8F7B-6BCF-212736625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7F4FA-774C-E5F4-784B-8A07FB28D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3C2485-454C-1EF3-7111-B0DE42C24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D3085-84F8-A6CB-0B0E-A29958D6B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5BD7E-F498-E206-D333-BC8BC687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BD91BB-78E8-64CF-70BC-8C5D9B78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1B5036-512E-9C26-B7A0-6D7F7741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04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E175-B87E-5A26-513D-276C0F98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58E59-E0D2-ED0F-9978-6DDEE4F2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66006-8E85-C642-DBEB-8E07AF87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9017A-C6FE-9456-3C21-37248475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8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06C94-631F-9597-2087-60C2C82CB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5EEBD-88B7-B045-21AF-53015A04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C3516-9A9F-3361-A343-2512EA06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14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CC78-237A-890F-4535-C6A46034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1B298-844A-2FF9-75B8-4D4340AAF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757F-1601-5292-F299-A306597D8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1F5F2-E2A6-F57E-C3B9-255D5F10F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AA48B-732D-A82E-E3E3-EF5A53B24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30711-C563-CDDB-6C25-7F3C3A95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94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47A7-0568-E8C4-11CC-C9B83C82E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9B48E2-6738-D232-3CE4-0FB0C1D19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5B5F3-DE76-0DC1-E06E-C30924F63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7A563-F890-2AD2-91AF-13516AAD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77C2A-38B7-D3E7-6B88-F9CDC7E71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3A662-3441-85C5-407E-7902C45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6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2B7E4-445F-59E6-86C3-2591B9303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C73B8-390F-2F6E-03F5-5C33E49DA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19203-55A7-3127-1EE9-2C618893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F10E6-4492-92F1-9E0E-2BB89615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64407-A8A7-1678-7A9F-8A962B829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1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DC3F4B-E221-6604-0EA9-9267371C0B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38C40-B2D0-F7F1-6C82-C2117B589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5E322-ECA8-87F3-802B-7963EEECB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B327F-9A5D-A75C-0218-0E0CC0854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9BA16-D031-A566-6A0E-F9941C4B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439B6-7738-E88D-5591-6079E402D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C7845-E3B2-0C11-1ABB-8C5175958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3468-A4BA-B261-D913-7EB915F64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E8953-063D-9A4A-8858-E66956C1D64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A18C8-C319-EECD-E9BF-3A3C4ED3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FA2D9-C7FF-0D20-AE48-1C008CE14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9F82C-F5A1-894A-A7A2-74521867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0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EA7C24-B702-F1B8-7025-BA572F993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921" y="605927"/>
            <a:ext cx="7772400" cy="5451474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999DD30D-E349-4C99-7DE2-A91E61FD50DE}"/>
              </a:ext>
            </a:extLst>
          </p:cNvPr>
          <p:cNvSpPr/>
          <p:nvPr/>
        </p:nvSpPr>
        <p:spPr>
          <a:xfrm>
            <a:off x="2694679" y="1288973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lor palette&#10;&#10;AI-generated content may be incorrect.">
            <a:extLst>
              <a:ext uri="{FF2B5EF4-FFF2-40B4-BE49-F238E27FC236}">
                <a16:creationId xmlns:a16="http://schemas.microsoft.com/office/drawing/2014/main" id="{E50E7CA9-5D9F-FDAB-7C24-E9556A5AA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559" y="1813483"/>
            <a:ext cx="4302206" cy="1770797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A462F98F-FA54-8AA1-6ED9-C2AF565C45C4}"/>
              </a:ext>
            </a:extLst>
          </p:cNvPr>
          <p:cNvSpPr/>
          <p:nvPr/>
        </p:nvSpPr>
        <p:spPr>
          <a:xfrm>
            <a:off x="2791995" y="2027104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91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CF8199-4140-73D6-7EEB-41EF8703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16945"/>
            <a:ext cx="7772400" cy="5449458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78DB579D-A100-D9AD-626C-2E8A7B0C12AB}"/>
              </a:ext>
            </a:extLst>
          </p:cNvPr>
          <p:cNvSpPr/>
          <p:nvPr/>
        </p:nvSpPr>
        <p:spPr>
          <a:xfrm>
            <a:off x="8698872" y="1905917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47345B5C-2981-9352-CACD-4866382736A9}"/>
              </a:ext>
            </a:extLst>
          </p:cNvPr>
          <p:cNvSpPr/>
          <p:nvPr/>
        </p:nvSpPr>
        <p:spPr>
          <a:xfrm>
            <a:off x="7760603" y="2862548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9DD90E2-DD06-20FF-8DC0-6E75819B4A92}"/>
              </a:ext>
            </a:extLst>
          </p:cNvPr>
          <p:cNvSpPr/>
          <p:nvPr/>
        </p:nvSpPr>
        <p:spPr>
          <a:xfrm>
            <a:off x="3230834" y="1905917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6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EBE8AD-C2B3-8885-8040-F9ABA4B44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430" y="605928"/>
            <a:ext cx="7772400" cy="5433264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88A84D2C-C6D2-051A-F023-6D3BBA8A73D3}"/>
              </a:ext>
            </a:extLst>
          </p:cNvPr>
          <p:cNvSpPr/>
          <p:nvPr/>
        </p:nvSpPr>
        <p:spPr>
          <a:xfrm rot="10800000">
            <a:off x="3497075" y="4173555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53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754F-0244-3996-1F35-10B137C55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ECF4FC-670C-8687-C4A7-16B2CA538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100" y="550843"/>
            <a:ext cx="7772400" cy="5456929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02BDA254-D1D2-5876-2ED9-F6FCF2A2748A}"/>
              </a:ext>
            </a:extLst>
          </p:cNvPr>
          <p:cNvSpPr/>
          <p:nvPr/>
        </p:nvSpPr>
        <p:spPr>
          <a:xfrm rot="10800000">
            <a:off x="5557230" y="4371858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0DDFE9EA-C44C-5851-6575-327C90A6E671}"/>
              </a:ext>
            </a:extLst>
          </p:cNvPr>
          <p:cNvSpPr/>
          <p:nvPr/>
        </p:nvSpPr>
        <p:spPr>
          <a:xfrm rot="10800000">
            <a:off x="4200319" y="1417501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1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8059E-1F59-19D3-CE40-0BDD6E7D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AA0630-958E-DFE5-FC0D-01FAC0C77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85" y="782197"/>
            <a:ext cx="7772400" cy="5456211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DD5B20F4-3F71-88F5-16E3-6D577ACB5465}"/>
              </a:ext>
            </a:extLst>
          </p:cNvPr>
          <p:cNvSpPr/>
          <p:nvPr/>
        </p:nvSpPr>
        <p:spPr>
          <a:xfrm>
            <a:off x="4257239" y="1386288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FAE40C2F-D187-6780-8EBC-7654676B8CC0}"/>
              </a:ext>
            </a:extLst>
          </p:cNvPr>
          <p:cNvSpPr/>
          <p:nvPr/>
        </p:nvSpPr>
        <p:spPr>
          <a:xfrm>
            <a:off x="4475740" y="1736993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13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AB740-2B4D-0518-2A49-59E838CC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D55CA4-BEC4-662F-4915-2F1517841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442" y="706293"/>
            <a:ext cx="7772400" cy="5445414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89B2DDCA-8144-E251-17CC-868AC31CDE2C}"/>
              </a:ext>
            </a:extLst>
          </p:cNvPr>
          <p:cNvSpPr/>
          <p:nvPr/>
        </p:nvSpPr>
        <p:spPr>
          <a:xfrm>
            <a:off x="3287755" y="1309169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90306CFC-A3DA-0417-D094-8E7342900D90}"/>
              </a:ext>
            </a:extLst>
          </p:cNvPr>
          <p:cNvSpPr/>
          <p:nvPr/>
        </p:nvSpPr>
        <p:spPr>
          <a:xfrm>
            <a:off x="3287755" y="2071790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4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F5220-2BAB-1937-42CF-6D3E2EB5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7BB3B4-9CBF-A895-C760-705594025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934" y="771180"/>
            <a:ext cx="7772400" cy="4802122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A4F10BD2-EE82-4BA5-045B-AE9D13F079EC}"/>
              </a:ext>
            </a:extLst>
          </p:cNvPr>
          <p:cNvSpPr/>
          <p:nvPr/>
        </p:nvSpPr>
        <p:spPr>
          <a:xfrm rot="10800000">
            <a:off x="5298514" y="2522245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0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C11328-993D-F34E-C45D-AD57F3768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164" y="1309511"/>
            <a:ext cx="7772400" cy="4650698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CC243FED-859E-409E-CFC1-635C99AE8059}"/>
              </a:ext>
            </a:extLst>
          </p:cNvPr>
          <p:cNvSpPr/>
          <p:nvPr/>
        </p:nvSpPr>
        <p:spPr>
          <a:xfrm>
            <a:off x="2510158" y="2149711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20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16C35-E844-8DF1-94AC-950CC8C45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183FAC-DC3E-36C1-79E9-8B8A8059E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19200"/>
            <a:ext cx="7772400" cy="463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30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4C690-0143-E504-AB5E-2820D0B8B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589401-6DE1-D55D-84A1-E6FDF0915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092" y="1771467"/>
            <a:ext cx="7772400" cy="3956707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015A9BB8-5610-9349-4622-0BD138A91543}"/>
              </a:ext>
            </a:extLst>
          </p:cNvPr>
          <p:cNvSpPr/>
          <p:nvPr/>
        </p:nvSpPr>
        <p:spPr>
          <a:xfrm rot="10800000">
            <a:off x="4471160" y="2589561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4B5EDFD2-1C91-7626-8540-A7BF113DF09A}"/>
              </a:ext>
            </a:extLst>
          </p:cNvPr>
          <p:cNvSpPr/>
          <p:nvPr/>
        </p:nvSpPr>
        <p:spPr>
          <a:xfrm rot="16200000">
            <a:off x="2266331" y="3105909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C78A9A-BACB-D1CE-6102-84EE627201D7}"/>
              </a:ext>
            </a:extLst>
          </p:cNvPr>
          <p:cNvSpPr/>
          <p:nvPr/>
        </p:nvSpPr>
        <p:spPr>
          <a:xfrm>
            <a:off x="2793696" y="3194892"/>
            <a:ext cx="1624068" cy="859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98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05E10-69E7-4240-997C-A28A5792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64F362-80FA-E702-7C88-BFA9BD4EF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672" y="1125460"/>
            <a:ext cx="7772400" cy="3962969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6CB3C6EA-CD86-63DF-A97F-4993F34AD7E9}"/>
              </a:ext>
            </a:extLst>
          </p:cNvPr>
          <p:cNvSpPr/>
          <p:nvPr/>
        </p:nvSpPr>
        <p:spPr>
          <a:xfrm>
            <a:off x="8247632" y="2635281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6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1D79E-28DF-40B0-2A4C-EA2B12234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A69B02-F73A-A8AF-9150-FB8968683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63632"/>
            <a:ext cx="7772400" cy="3960934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8A675E4B-3F26-ECCE-9A51-A24813AD26D1}"/>
              </a:ext>
            </a:extLst>
          </p:cNvPr>
          <p:cNvSpPr/>
          <p:nvPr/>
        </p:nvSpPr>
        <p:spPr>
          <a:xfrm rot="10800000">
            <a:off x="4260848" y="4272057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36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44C0F-229F-7C8A-CE99-77CB46DA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FC4C6-09B4-49E3-926C-6FE9EBE8C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774" y="256032"/>
            <a:ext cx="7772400" cy="4650698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7EAA4E38-C539-F19B-F489-FFDC9FC0FB43}"/>
              </a:ext>
            </a:extLst>
          </p:cNvPr>
          <p:cNvSpPr/>
          <p:nvPr/>
        </p:nvSpPr>
        <p:spPr>
          <a:xfrm rot="10800000">
            <a:off x="3319016" y="696753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5BEAD59C-221B-5BA7-9BB7-0FF9D61E196A}"/>
              </a:ext>
            </a:extLst>
          </p:cNvPr>
          <p:cNvSpPr/>
          <p:nvPr/>
        </p:nvSpPr>
        <p:spPr>
          <a:xfrm>
            <a:off x="2148587" y="1475251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75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B95F6-5062-ADEE-3C75-9717A754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E4C6AF-35C0-3DB8-CACE-AEA4A760C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070" y="512064"/>
            <a:ext cx="7772400" cy="4648615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5E49CC25-5F70-7B0A-AA90-5ACC6BEDE767}"/>
              </a:ext>
            </a:extLst>
          </p:cNvPr>
          <p:cNvSpPr/>
          <p:nvPr/>
        </p:nvSpPr>
        <p:spPr>
          <a:xfrm>
            <a:off x="2194304" y="971073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BB0CC9D5-FA9D-8A44-D53C-DD5ABA9805FD}"/>
              </a:ext>
            </a:extLst>
          </p:cNvPr>
          <p:cNvSpPr/>
          <p:nvPr/>
        </p:nvSpPr>
        <p:spPr>
          <a:xfrm>
            <a:off x="4413248" y="3345465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8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1DD37-0FCF-9401-2EC5-8BA53EBF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CE46F-23B4-BD46-1EE3-018031FF9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57" y="566928"/>
            <a:ext cx="7772400" cy="4662380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DC80CE7B-FAEC-DD06-DF2E-9FA1750DA889}"/>
              </a:ext>
            </a:extLst>
          </p:cNvPr>
          <p:cNvSpPr/>
          <p:nvPr/>
        </p:nvSpPr>
        <p:spPr>
          <a:xfrm>
            <a:off x="2560064" y="1035081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603CBF6D-9E1C-B066-030E-15050212ECD1}"/>
              </a:ext>
            </a:extLst>
          </p:cNvPr>
          <p:cNvSpPr/>
          <p:nvPr/>
        </p:nvSpPr>
        <p:spPr>
          <a:xfrm rot="16200000">
            <a:off x="5888126" y="2120169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E55A5B89-821E-A3E5-2AE4-85505855832A}"/>
              </a:ext>
            </a:extLst>
          </p:cNvPr>
          <p:cNvSpPr/>
          <p:nvPr/>
        </p:nvSpPr>
        <p:spPr>
          <a:xfrm rot="16200000">
            <a:off x="6150255" y="2111024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F3BF044-52B6-8DE4-2D0B-20E79D593366}"/>
              </a:ext>
            </a:extLst>
          </p:cNvPr>
          <p:cNvSpPr/>
          <p:nvPr/>
        </p:nvSpPr>
        <p:spPr>
          <a:xfrm>
            <a:off x="2657600" y="2972449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22714FF-E968-ED88-ECA7-E94841692E1D}"/>
              </a:ext>
            </a:extLst>
          </p:cNvPr>
          <p:cNvSpPr/>
          <p:nvPr/>
        </p:nvSpPr>
        <p:spPr>
          <a:xfrm>
            <a:off x="2694176" y="1912294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08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F78EC-F1A5-92C9-6D6B-B980EDF3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FD1A7-F62E-4E12-7314-12D42EE0D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600998"/>
            <a:ext cx="7772400" cy="3967119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3B83839D-7006-4AEF-50E1-082541BA653D}"/>
              </a:ext>
            </a:extLst>
          </p:cNvPr>
          <p:cNvSpPr/>
          <p:nvPr/>
        </p:nvSpPr>
        <p:spPr>
          <a:xfrm>
            <a:off x="4605272" y="2350657"/>
            <a:ext cx="735239" cy="319490"/>
          </a:xfrm>
          <a:prstGeom prst="rightArrow">
            <a:avLst>
              <a:gd name="adj1" fmla="val 42857"/>
              <a:gd name="adj2" fmla="val 50000"/>
            </a:avLst>
          </a:prstGeom>
          <a:solidFill>
            <a:srgbClr val="0F490F"/>
          </a:solidFill>
          <a:ln>
            <a:solidFill>
              <a:srgbClr val="0F4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75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548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9557-5DD5-E4F5-E54D-8DAAA582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592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62FB-9271-3F9F-DB58-A19993E0A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331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FF074-3834-4CD4-83E2-F65AB5D7B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925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9AE8B-762F-05EB-AB6B-51E99F3E0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53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853FB-880C-B15F-B1E2-12F4E260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186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2584</TotalTime>
  <Words>1</Words>
  <Application>Microsoft Macintosh PowerPoint</Application>
  <PresentationFormat>Widescreen</PresentationFormat>
  <Paragraphs>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Cassandra Doris Gould van Praag</dc:creator>
  <cp:lastModifiedBy>Cassandra Doris Gould van Praag</cp:lastModifiedBy>
  <cp:revision>2</cp:revision>
  <dcterms:created xsi:type="dcterms:W3CDTF">2026-09-22T14:49:17Z</dcterms:created>
  <dcterms:modified xsi:type="dcterms:W3CDTF">2026-09-24T09:53:55Z</dcterms:modified>
</cp:coreProperties>
</file>